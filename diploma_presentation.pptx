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ДИПЛОМНЫЙ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9B8E"/>
                </a:solidFill>
                <a:latin typeface="Segoe UI"/>
              </a:defRPr>
            </a:pPr>
            <a:r>
              <a:t>ДИПЛОМНЫЙ ПРОЕКТ</a:t>
            </a:r>
          </a:p>
          <a:p>
            <a:pPr>
              <a:defRPr sz="2200" b="1">
                <a:solidFill>
                  <a:srgbClr val="2C3E50"/>
                </a:solidFill>
                <a:latin typeface="Segoe UI"/>
              </a:defRPr>
            </a:pPr>
            <a:r>
              <a:t>Разработка адаптивного веб-ресурса для практикующего психолога с системой интеграции базы данных, модулями динамической анимации и элементами информационной безопасности</a:t>
            </a:r>
          </a:p>
          <a:p>
            <a:br/>
            <a:pPr>
              <a:defRPr sz="1500">
                <a:solidFill>
                  <a:srgbClr val="2C3E50"/>
                </a:solidFill>
                <a:latin typeface="Segoe UI"/>
              </a:defRPr>
            </a:pPr>
            <a:r>
              <a:t>Докладчик: Студент группы К. С. Зайцев  |  Объект разработки: Марина Вальдер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Актуальность, цель и задачи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Актуальность и Главная Цель: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Независимость от платформ: Отсутствие рисков блокировок и абонентской платы (в отличие от Tilda, Wix).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Личный бренд: Создание профессионального цифрового пространства для психолога Марины Вальдер.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Главная цель: Проектирование лендинга с автоматизированным бэкенд-модулем сбора заявок.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Ключевые Задачи разработки: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1. Front-end разработка: Создание адаптивного пользовательского интерфейса с полной отзывчивостью.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2. Back-end разработка: Реализация серверной бизнес-логики приложения на языке Python и фреймворке Django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3. Интеграция данных: Организация структуры реляционной базы данных и обеспечение безопасности по 152-ФЗ.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Технологический стек (Инструменты разработки)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Front-end слой: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HTML5 (Разметка контента)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CSS3 (Стили Flexbox/Grid)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JavaScript (Сценарии анимации)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Intersection Observer API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Адаптивный UI дизайн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Back-end движок: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Язык программирования Python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Фреймворк Django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Паттерн архитектуры MVT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Маршрутизация URL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Безопасность 'из коробки'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СУБД и Окружение: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Реляционная БД SQLite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Файл хранения db.sqlite3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Среда разработки PyCharm IDE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Контроль версий Git/Github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Django ORM интерфейс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Архитектура и файловая структура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Иерархия каталогов Django: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Diplom D:\Diplom (Главный корень)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├── .venv (Локальное виртуальное окружение)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├── db.sqlite3 (Файл базы данных СУБД)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├── manage.py (Исполняемая утилита запуска Django)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├── .gitignore, README.md, requirements.txt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└── psychologist_s_website (Папка проекта)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    ├── psychologist_s_website (Папка настроек)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    │     ├── settings.py (Конфигурация SMTP и БД)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    │     └── urls.py (Главные маршруты)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    └── website (Папка приложения лендинга)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          ├── static/website/ -&gt; style.css, privacy.html, oferta.html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          ├── templates/website/ -&gt; index.html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          ├── models.py (ORM-таблицы заявок)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            └── views.py (Python-контроллеры и Email)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  └── .env (Скрытые переменные авторизации)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8016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Описание назначения компонентов: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manage.py - утилита командной строки, вынесенная в корень для быстрого проведения миграций и старта локального сервера.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views.py - перехватывает POST-запросы формы Марины Вальдер, очищает текст методом .strip() и отправляет email по SMTP.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static/website/ - изоляция правовых документов (.html в UTF-8) и стилей в одном каталоге максимизирует скорость отдачи контента.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Проектирование базы данных (Модель заявки)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Структура таблицы Appointment: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name: Имя клиента. Ограниченная строка CharField(max_length=100). Обязательное поле.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telegram: Контакт мессенджера. Прямая связь с вашим профилем @mwalder.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client_request: Текст обращения. Большое поле TextField для описания первичного запроса.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created_at: Временная метка. DateTimeField(auto_now_add=True), заполняется сервером.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Особенности интеграции данных: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Гибкость Django ORM: Полная независимость от СУБД. Легкий переход с SQLite на PostgreSQL без изменения кода.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Автономность: Локальный файл db.sqlite3 обеспечивает мгновенную обработку транзакций и упрощает перенос проекта.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Метод __str__: Специально переопределен для отображения строковых имен внутри административной системы.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Пользовательский Front-end интерфейс Марины Вальдер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Дизайн и Адаптивность: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Изумрудно-мятная палитра: Выбрана на основе цветовой психологии для создания ощущения спокойствия и доверия.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Эффект Glassmorphism: Полупрозрачное верхнее меню с размытием заднего плана (backdrop-filter: blur).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Кроссбраузерная адаптивность: Идеальное отображение на смартфонах и планшетах за счет CSS-медиазапросов.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Навигация и Юзабилити: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Сквозная фиксация шапки: Постоянный быстрый доступ к пунктам меню в любой точке прокрутки лендинга.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Параметр scroll-margin-top: CSS-решение, исключающее скрытие зафиксированным меню заголовков блоков.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Элемент 'Наверх': Плавающая круглая кнопка со стрелкой для мгновенного плавного возврата в начало сайта.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Модули внешних коммуникаций и интеграции Email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ИННОВАЦИЯ — Модуль отправки почты: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При клике на форму бэкенд на Python автоматически формирует email-уведомление.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Сообщение мгновенно отправляется по защищенному SMTP-каналу на личную почту: Martishatrv@ya.ru.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Код защищен блоком try-except: сайт продолжит работать стабильно даже при сетевых сбоях почтовых серверов.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Реальные контакты специалиста: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Телефон для связи: +7 (911) 750-99-30.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Прямые шлюзы связи: Яркие сочные градиентные кнопки прямого перехода к диалогу в Telegram (@mwalder) и Instagram (@oi.walder).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Модуль онлайн-записи и обработки форм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Механизм функционирования лидогенерации: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Психологические триггеры: Форма начинается с эмпатичного вопроса: 'Снова оказываетесь в одной и той же точке? С этим можно работать.'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Призыв к действию (CTA): Кнопка отправки снабжена мотивирующим текстовым указателем: 'Записаться на консультацию'.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Сбор данных: При клике браузер собирает значения полей с уникальными атрибутами 'name'.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HTTP POST запрос: Данные отправляются методом POST на бэкенд, выполнение скрипта обрабатывается сервером.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Защита от дублей (Redirect): После успешной записи в БД Python делает перенаправление на чистый GET, блокируя отправку дубликатов при F5.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Информационная безопасность и закон № 152-ФЗ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Техническая защита бэкенда: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CSRF-защита: Внедрение скрытого крипто-ключа через тег {% csrf_token %} полностью исключает межсайтовую подделку запросов.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Серверная валидация: Метод .strip() в Python очищает строки. Попытка стереть HTML-атрибут required пресекается бэкендом.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Секретные ключи: Все пароли от почты и токены безопасности изолированы от кода в скрытом файле .env.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Юридическое соответствие: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Блокирующий чекбокс: Кнопка отправки формы заблокирована браузером до проставления галочки согласия.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Решение проблемы кодировок: Юридические согласия переведены из .txt в .html файлы со строгой директивой метатега charset=UTF-8.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Защита от 'кракозябр': Документы конфиденциальности и оферты открываются в новой вкладке (target='_blank') стабильно и читаемо на любой ОС.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Оптимизация производительности фронтенда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Асинхронный Intersection Observer API: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Отказ от классического скролла: Стандартные обработчики window.addEventListener непрерывно грузят CPU при прокрутке и снижают FPS.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Нативный наблюдатель JS: Скрипт асинхронно отслеживает появление блоков на экране.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Умный триггер: Событие вешается только тогда, когда карточка диплома вошла в область видимости пользователя минимум на 15%.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Аппаратное CSS-ускорение: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Начальное состояние: Изначально все карточки скрыты свойством opacity: 0 и опущены по вертикали вниз на translateY(40px).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Эффект проявления: При активации скриптом класса .element-show включаются свойства плавных переходов transition за 0.8 сек.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Результат: Рендеринг анимации ложится на видеокарту устройства, обеспечивая максимальную плавность прокрутки в 60 FPS.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Панель администратора (Система CRM)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Инструменты Django Admin: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Встроенная панель: Использование готового защищенного рабочего места администратора 'из коробки'.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Регистрация модели: Привязка таблицы осуществлена через декоратор @admin.register(Appointment) в файле admin.py приложения.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Криптозащита: Доступ к админке защищен встроенными алгоритмами хэширования паролей от брутфорса.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9B8E"/>
                </a:solidFill>
                <a:latin typeface="Segoe UI"/>
              </a:defRPr>
            </a:pPr>
            <a:r>
              <a:t>Контроль базы обращений Марины Вальдер: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Параметр list_display: Настроен на удобный табличный вывод списка поступивших заявок.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Поля контроля: Психолог наглядно видит столбцы: Имя клиента, Никнейм Telegram, Точная дата и время записи обращения.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Segoe UI"/>
              </a:defRPr>
            </a:pPr>
            <a:r>
              <a:t>• Удобство управления: Исключена ручная проверка почты. Все обращения клиентов структурированы и упорядочены в одном месте.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F9B8E"/>
                </a:solidFill>
                <a:latin typeface="Segoe UI"/>
              </a:defRPr>
            </a:pPr>
            <a:r>
              <a:t>Заключение дипломной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C3E50"/>
                </a:solidFill>
                <a:latin typeface="Segoe UI"/>
              </a:defRPr>
            </a:pPr>
            <a:r>
              <a:t>Успешное завершение проекта:</a:t>
            </a:r>
            <a:br/>
            <a:br/>
            <a:r>
              <a:t>• В ходе выполнения дипломного проекта был разработан полностью рабочий, функциональный, визуально привлекательный и безопасный веб-сайт для практикующего психолога Марины Вальдер.</a:t>
            </a:r>
            <a:br/>
            <a:r>
              <a:t>• Все поставленные задачи выполнены в полном объеме, программный продукт прошел успешное комплексное тестирование и готов к запуску в промышленную эксплуатацию на реальном сервере в сети Интернет.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